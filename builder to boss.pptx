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A8BB-7AD3-5ED3-5112-52C931151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5102" y="500428"/>
            <a:ext cx="8361229" cy="640114"/>
          </a:xfrm>
        </p:spPr>
        <p:txBody>
          <a:bodyPr/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The feeling of </a:t>
            </a:r>
            <a:r>
              <a:rPr lang="en-US" sz="2400" b="1" dirty="0">
                <a:solidFill>
                  <a:srgbClr val="92D050"/>
                </a:solidFill>
              </a:rPr>
              <a:t>overcoming</a:t>
            </a:r>
            <a:r>
              <a:rPr lang="en-US" sz="2400" b="1" dirty="0"/>
              <a:t> the </a:t>
            </a:r>
            <a:r>
              <a:rPr lang="en-US" sz="2400" b="1" dirty="0">
                <a:solidFill>
                  <a:srgbClr val="FF0000"/>
                </a:solidFill>
              </a:rPr>
              <a:t>error</a:t>
            </a:r>
            <a:r>
              <a:rPr lang="en-US" sz="2400" dirty="0"/>
              <a:t> is :”</a:t>
            </a:r>
            <a:r>
              <a:rPr lang="en-US" sz="2400" dirty="0">
                <a:solidFill>
                  <a:srgbClr val="00B050"/>
                </a:solidFill>
              </a:rPr>
              <a:t>addictive</a:t>
            </a:r>
            <a:r>
              <a:rPr lang="en-US" sz="2400" dirty="0"/>
              <a:t>”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30A1E-2BF4-A6FF-8908-EFD2A324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0645" y="1468719"/>
            <a:ext cx="8000435" cy="3644055"/>
          </a:xfrm>
        </p:spPr>
        <p:txBody>
          <a:bodyPr>
            <a:normAutofit fontScale="55000" lnSpcReduction="20000"/>
          </a:bodyPr>
          <a:lstStyle/>
          <a:p>
            <a:r>
              <a:rPr lang="en-US" sz="5100" b="1" dirty="0"/>
              <a:t>🛡️ OPERATION: REALITY CIRCUIT</a:t>
            </a:r>
          </a:p>
          <a:p>
            <a:r>
              <a:rPr lang="en-US" sz="5100" b="1" dirty="0"/>
              <a:t>STATUS:</a:t>
            </a:r>
            <a:r>
              <a:rPr lang="en-US" sz="5100" dirty="0"/>
              <a:t> GLOBAL DEPLOYMENT (v3.0) </a:t>
            </a:r>
            <a:r>
              <a:rPr lang="en-US" sz="5100" b="1" dirty="0"/>
              <a:t>DATE:</a:t>
            </a:r>
            <a:r>
              <a:rPr lang="en-US" sz="5100" dirty="0"/>
              <a:t> December 25, 2025 </a:t>
            </a:r>
            <a:r>
              <a:rPr lang="en-US" sz="5100" b="1" dirty="0"/>
              <a:t>LOCATION:</a:t>
            </a:r>
            <a:r>
              <a:rPr lang="en-US" sz="5100" dirty="0"/>
              <a:t> Hyderabad Command Center </a:t>
            </a:r>
            <a:r>
              <a:rPr lang="en-US" sz="5100" b="1" dirty="0"/>
              <a:t>OPERATOR:</a:t>
            </a:r>
            <a:r>
              <a:rPr lang="en-US" sz="5100" dirty="0"/>
              <a:t> BTR</a:t>
            </a:r>
          </a:p>
          <a:p>
            <a:r>
              <a:rPr lang="en-US" sz="5100" b="1" dirty="0"/>
              <a:t>"Code is Cost. Sales are Oxygen."</a:t>
            </a:r>
            <a:endParaRPr lang="en-US" sz="5100" dirty="0"/>
          </a:p>
          <a:p>
            <a:r>
              <a:rPr lang="en-US" sz="5100" dirty="0"/>
              <a:t>We built the Brain. We opened the Front Door. We cleared the Path.</a:t>
            </a:r>
          </a:p>
          <a:p>
            <a:r>
              <a:rPr lang="en-US" sz="5100" b="1" dirty="0"/>
              <a:t>The Engineering Phase is closed.</a:t>
            </a:r>
            <a:r>
              <a:rPr lang="en-US" sz="5100" dirty="0"/>
              <a:t> </a:t>
            </a:r>
            <a:r>
              <a:rPr lang="en-US" sz="5100" b="1" dirty="0"/>
              <a:t>The Revenue Phase is open.</a:t>
            </a:r>
            <a:endParaRPr lang="en-US" sz="51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CCF56E-F797-52B8-FF22-2564D0BFA0E3}"/>
              </a:ext>
            </a:extLst>
          </p:cNvPr>
          <p:cNvSpPr txBox="1">
            <a:spLocks/>
          </p:cNvSpPr>
          <p:nvPr/>
        </p:nvSpPr>
        <p:spPr>
          <a:xfrm>
            <a:off x="985980" y="5549106"/>
            <a:ext cx="8361229" cy="6401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Now , BTR </a:t>
            </a:r>
            <a:r>
              <a:rPr lang="en-IN" sz="2400" dirty="0">
                <a:solidFill>
                  <a:schemeClr val="accent2"/>
                </a:solidFill>
              </a:rPr>
              <a:t>feels</a:t>
            </a:r>
            <a:r>
              <a:rPr lang="en-IN" sz="2400" dirty="0"/>
              <a:t> like "</a:t>
            </a:r>
            <a:r>
              <a:rPr lang="en-IN" sz="2400" dirty="0">
                <a:solidFill>
                  <a:srgbClr val="92D050"/>
                </a:solidFill>
              </a:rPr>
              <a:t>Builder" to "Boss</a:t>
            </a:r>
            <a:r>
              <a:rPr lang="en-IN" sz="2400" dirty="0"/>
              <a:t>."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1AF2E-5817-1EBF-9F8F-D86001C38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75" y="5112774"/>
            <a:ext cx="2472905" cy="704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0CAAE-B0AA-4212-C8FB-C1B78A7F2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57" y="5345688"/>
            <a:ext cx="1741482" cy="40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5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ABD65-8C38-C319-E4F8-495931FFB50F}"/>
              </a:ext>
            </a:extLst>
          </p:cNvPr>
          <p:cNvSpPr txBox="1"/>
          <p:nvPr/>
        </p:nvSpPr>
        <p:spPr>
          <a:xfrm>
            <a:off x="3480619" y="112048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Mission Debrief: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Target:</a:t>
            </a:r>
            <a:r>
              <a:rPr lang="en-US" dirty="0"/>
              <a:t> Global Deployment (v3.0).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Status:</a:t>
            </a:r>
            <a:r>
              <a:rPr lang="en-US" dirty="0"/>
              <a:t> </a:t>
            </a:r>
            <a:r>
              <a:rPr lang="en-US" b="1" dirty="0"/>
              <a:t>ACCOMPLISHED.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Next Phase:</a:t>
            </a:r>
            <a:r>
              <a:rPr lang="en-US" dirty="0"/>
              <a:t> Revenue.</a:t>
            </a:r>
          </a:p>
        </p:txBody>
      </p:sp>
    </p:spTree>
    <p:extLst>
      <p:ext uri="{BB962C8B-B14F-4D97-AF65-F5344CB8AC3E}">
        <p14:creationId xmlns:p14="http://schemas.microsoft.com/office/powerpoint/2010/main" val="160789012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{81F905FF-F358-42EE-A439-E22A45A36B0A}tf10001105</Template>
  <TotalTime>17</TotalTime>
  <Words>104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Franklin Gothic Book</vt:lpstr>
      <vt:lpstr>Crop</vt:lpstr>
      <vt:lpstr>The feeling of overcoming the error is :”addictive”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BT R</dc:creator>
  <cp:lastModifiedBy>BT R</cp:lastModifiedBy>
  <cp:revision>1</cp:revision>
  <dcterms:created xsi:type="dcterms:W3CDTF">2025-12-25T14:06:16Z</dcterms:created>
  <dcterms:modified xsi:type="dcterms:W3CDTF">2025-12-25T14:23:49Z</dcterms:modified>
</cp:coreProperties>
</file>